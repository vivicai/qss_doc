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8" r:id="rId3"/>
    <p:sldId id="413" r:id="rId4"/>
    <p:sldId id="395" r:id="rId6"/>
    <p:sldId id="40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A447"/>
    <a:srgbClr val="B48981"/>
    <a:srgbClr val="776E80"/>
    <a:srgbClr val="3DAAA0"/>
    <a:srgbClr val="C7E3F5"/>
    <a:srgbClr val="9DCFED"/>
    <a:srgbClr val="80C0E8"/>
    <a:srgbClr val="59ADE1"/>
    <a:srgbClr val="3FA1DD"/>
    <a:srgbClr val="B0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59" autoAdjust="0"/>
    <p:restoredTop sz="98131" autoAdjust="0"/>
  </p:normalViewPr>
  <p:slideViewPr>
    <p:cSldViewPr snapToGrid="0">
      <p:cViewPr varScale="1">
        <p:scale>
          <a:sx n="74" d="100"/>
          <a:sy n="74" d="100"/>
        </p:scale>
        <p:origin x="492" y="66"/>
      </p:cViewPr>
      <p:guideLst>
        <p:guide orient="horz" pos="1057"/>
        <p:guide pos="4151"/>
        <p:guide pos="499"/>
        <p:guide orient="horz" pos="709"/>
        <p:guide pos="5155"/>
        <p:guide pos="467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BC92C-9244-456F-99CB-429749FEC5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A634EC-9969-497C-8A3A-339D48BDBCB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A634EC-9969-497C-8A3A-339D48BDBCB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57FCE-B695-4179-8C96-2978C3207FB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DC44D-BADB-438C-891A-0E9573948B2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691F-7A24-4268-9DD6-92342410E71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4F50-0AB1-4EB1-8122-075B25F7D6F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CC694-3086-48A4-BA9A-8406044FE57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EAC37-9C26-4DB2-A318-BED587A8B79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E0C6-5756-4B06-854F-3BA6A3B8928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96BE-7E15-4090-86DC-F44F78F2DFB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ED4F9-C8F3-4B27-A444-DCB3A5F131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F6069-4040-4EAC-B41C-B5F3C484F78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BF8C-C3E5-4CD6-A55D-7CF4DAC486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86425" y="300039"/>
            <a:ext cx="8412607" cy="606361"/>
          </a:xfrm>
          <a:prstGeom prst="rect">
            <a:avLst/>
          </a:prstGeom>
        </p:spPr>
        <p:txBody>
          <a:bodyPr anchor="ctr"/>
          <a:lstStyle>
            <a:lvl1pPr>
              <a:defRPr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1380572" y="6319280"/>
            <a:ext cx="580769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3714" y="287847"/>
            <a:ext cx="1416250" cy="61855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 flipH="1">
            <a:off x="1840706" y="300039"/>
            <a:ext cx="45719" cy="618553"/>
          </a:xfrm>
          <a:prstGeom prst="rect">
            <a:avLst/>
          </a:prstGeom>
          <a:solidFill>
            <a:srgbClr val="448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rgbClr val="65A0C4"/>
              </a:solidFill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2"/>
          </p:nvPr>
        </p:nvSpPr>
        <p:spPr>
          <a:xfrm>
            <a:off x="794738" y="1206417"/>
            <a:ext cx="10450297" cy="19899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343434"/>
                </a:solidFill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856" y="300039"/>
            <a:ext cx="1616485" cy="536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1" y="236025"/>
            <a:ext cx="11506198" cy="770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1" y="1422400"/>
            <a:ext cx="11506198" cy="4644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6A957-69F8-456E-B862-FB743A2D525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rgbClr val="004C9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Segoe UI Light" panose="020B0502040204020203" pitchFamily="34" charset="0"/>
        <a:buChar char="⁄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›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Segoe UI Light" panose="020B0502040204020203" pitchFamily="34" charset="0"/>
        <a:buChar char="₋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20719" cy="2387600"/>
          </a:xfrm>
        </p:spPr>
        <p:txBody>
          <a:bodyPr>
            <a:normAutofit/>
          </a:bodyPr>
          <a:lstStyle/>
          <a:p>
            <a:r>
              <a:rPr lang="en-US" altLang="zh-CN" sz="4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Haier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用户定制应用分析支持项目</a:t>
            </a:r>
            <a:b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</a:t>
            </a:r>
            <a:r>
              <a:rPr lang="zh-CN" altLang="en-US" sz="4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例会</a:t>
            </a:r>
            <a:endParaRPr lang="zh-CN" altLang="en-US" sz="4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analyticservice.net</a:t>
            </a:r>
            <a:endParaRPr lang="en-US" altLang="zh-CN" dirty="0"/>
          </a:p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2017-07-20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EBF1-E09E-4C9D-88C1-61BEB77D5A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项目活动计划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18053" y="1226881"/>
          <a:ext cx="11648440" cy="525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813"/>
                <a:gridCol w="6572250"/>
                <a:gridCol w="1265905"/>
                <a:gridCol w="1727879"/>
                <a:gridCol w="1241813"/>
              </a:tblGrid>
              <a:tr h="41148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序号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活动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完成时限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责任人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备注</a:t>
                      </a:r>
                      <a:endParaRPr lang="zh-CN" altLang="en-US" dirty="0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用户画像、用户群画像、设计师画像、产品画像、舆情模块</a:t>
                      </a:r>
                      <a:r>
                        <a:rPr lang="en-US" altLang="zh-CN" dirty="0"/>
                        <a:t>ISSUE</a:t>
                      </a:r>
                      <a:r>
                        <a:rPr lang="zh-CN" altLang="en-US" dirty="0"/>
                        <a:t>中的</a:t>
                      </a:r>
                      <a:r>
                        <a:rPr lang="en-US" altLang="zh-CN" dirty="0"/>
                        <a:t>bug</a:t>
                      </a:r>
                      <a:r>
                        <a:rPr lang="zh-CN" altLang="en-US" dirty="0"/>
                        <a:t>修改完毕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ym typeface="+mn-ea"/>
                        </a:rPr>
                        <a:t>用户画像、用户群画像、设计师画像、产品画像、舆情模块审核</a:t>
                      </a:r>
                      <a:r>
                        <a:rPr lang="en-US" altLang="zh-CN" sz="1800" dirty="0">
                          <a:sym typeface="+mn-ea"/>
                        </a:rPr>
                        <a:t>&amp;</a:t>
                      </a:r>
                      <a:r>
                        <a:rPr lang="zh-CN" altLang="en-US" sz="1800" dirty="0">
                          <a:sym typeface="+mn-ea"/>
                        </a:rPr>
                        <a:t>提交</a:t>
                      </a:r>
                      <a:r>
                        <a:rPr lang="en-US" altLang="zh-CN" sz="1800" dirty="0">
                          <a:sym typeface="+mn-ea"/>
                        </a:rPr>
                        <a:t>UAT</a:t>
                      </a:r>
                      <a:endParaRPr lang="en-US" altLang="zh-CN" sz="18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邹晓慧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6961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 smtClean="0"/>
                        <a:t>报表前台单元测试及</a:t>
                      </a:r>
                      <a:r>
                        <a:rPr lang="en-US" altLang="zh-CN" dirty="0" smtClean="0"/>
                        <a:t>bug</a:t>
                      </a:r>
                      <a:r>
                        <a:rPr lang="zh-CN" altLang="en-US" dirty="0" smtClean="0"/>
                        <a:t>修改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马振正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084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 smtClean="0"/>
                        <a:t>报表前台内测</a:t>
                      </a:r>
                      <a:endParaRPr 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宋淑娟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用</a:t>
                      </a:r>
                      <a:r>
                        <a:rPr lang="zh-CN" sz="1800" dirty="0" smtClean="0">
                          <a:sym typeface="+mn-ea"/>
                        </a:rPr>
                        <a:t>报表前台内测</a:t>
                      </a:r>
                      <a:r>
                        <a:rPr lang="en-US" altLang="zh-CN" sz="1800" dirty="0" smtClean="0">
                          <a:sym typeface="+mn-ea"/>
                        </a:rPr>
                        <a:t>bug</a:t>
                      </a:r>
                      <a:r>
                        <a:rPr lang="zh-CN" altLang="en-US" sz="1800" dirty="0" smtClean="0">
                          <a:sym typeface="+mn-ea"/>
                        </a:rPr>
                        <a:t>优化</a:t>
                      </a:r>
                      <a:endParaRPr lang="zh-CN" altLang="en-US" sz="1800" dirty="0" smtClean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7-25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马振正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荆汉娜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 smtClean="0"/>
                        <a:t>报表后台单元测试及优化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7-24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徐万杰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徐萌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1125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报表后台内测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7-25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ym typeface="+mn-ea"/>
                        </a:rPr>
                        <a:t>徐万杰</a:t>
                      </a:r>
                      <a:r>
                        <a:rPr lang="en-US" altLang="zh-CN" sz="1800" dirty="0" smtClean="0">
                          <a:sym typeface="+mn-ea"/>
                        </a:rPr>
                        <a:t>/</a:t>
                      </a:r>
                      <a:r>
                        <a:rPr lang="zh-CN" altLang="en-US" sz="1800" dirty="0" smtClean="0">
                          <a:sym typeface="+mn-ea"/>
                        </a:rPr>
                        <a:t>徐萌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ym typeface="+mn-ea"/>
                        </a:rPr>
                        <a:t>报表后台</a:t>
                      </a:r>
                      <a:r>
                        <a:rPr lang="en-US" altLang="zh-CN" sz="1800" dirty="0">
                          <a:sym typeface="+mn-ea"/>
                        </a:rPr>
                        <a:t>bug</a:t>
                      </a:r>
                      <a:r>
                        <a:rPr lang="zh-CN" altLang="en-US" sz="1800" dirty="0">
                          <a:sym typeface="+mn-ea"/>
                        </a:rPr>
                        <a:t>优化</a:t>
                      </a:r>
                      <a:endParaRPr lang="zh-CN" altLang="en-US" sz="1800" dirty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7-27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ym typeface="+mn-ea"/>
                        </a:rPr>
                        <a:t>徐万杰</a:t>
                      </a:r>
                      <a:r>
                        <a:rPr lang="en-US" altLang="zh-CN" sz="1800" dirty="0" smtClean="0">
                          <a:sym typeface="+mn-ea"/>
                        </a:rPr>
                        <a:t>/</a:t>
                      </a:r>
                      <a:r>
                        <a:rPr lang="zh-CN" altLang="en-US" sz="1800" dirty="0" smtClean="0">
                          <a:sym typeface="+mn-ea"/>
                        </a:rPr>
                        <a:t>徐萌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0830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报表审核</a:t>
                      </a:r>
                      <a:r>
                        <a:rPr lang="en-US" altLang="zh-CN" dirty="0" smtClean="0"/>
                        <a:t>&amp;</a:t>
                      </a:r>
                      <a:r>
                        <a:rPr lang="zh-CN" altLang="en-US" dirty="0" smtClean="0"/>
                        <a:t>提交</a:t>
                      </a:r>
                      <a:r>
                        <a:rPr lang="en-US" altLang="zh-CN" dirty="0" smtClean="0"/>
                        <a:t>UAT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7-28</a:t>
                      </a:r>
                      <a:endParaRPr lang="en-US" altLang="zh-C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 smtClean="0"/>
                        <a:t>邹晓慧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82637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dirty="0" smtClean="0"/>
                        <a:t>上线交付文档</a:t>
                      </a:r>
                      <a:endParaRPr 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7-31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sym typeface="+mn-ea"/>
                        </a:rPr>
                        <a:t>徐万杰</a:t>
                      </a:r>
                      <a:r>
                        <a:rPr lang="en-US" altLang="zh-CN" sz="1800" dirty="0" smtClean="0">
                          <a:sym typeface="+mn-ea"/>
                        </a:rPr>
                        <a:t>/</a:t>
                      </a:r>
                      <a:r>
                        <a:rPr lang="zh-CN" altLang="en-US" sz="1800" dirty="0" smtClean="0">
                          <a:sym typeface="+mn-ea"/>
                        </a:rPr>
                        <a:t>荆汉娜</a:t>
                      </a:r>
                      <a:endParaRPr lang="zh-CN" altLang="en-US" sz="1800" dirty="0">
                        <a:sym typeface="+mn-ea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宋淑娟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4079" y="299752"/>
            <a:ext cx="8412607" cy="606361"/>
          </a:xfrm>
        </p:spPr>
        <p:txBody>
          <a:bodyPr/>
          <a:lstStyle/>
          <a:p>
            <a:r>
              <a:rPr lang="zh-CN" altLang="en-US" dirty="0" smtClean="0"/>
              <a:t>上线计划甘特图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1191895" y="965788"/>
            <a:ext cx="13335" cy="49098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810260" y="5559378"/>
            <a:ext cx="10985500" cy="527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84353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616450" y="101023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536690" y="99499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436610" y="10051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361930" y="979758"/>
            <a:ext cx="52705" cy="4593590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9248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2017-07-10</a:t>
            </a:r>
            <a:endParaRPr lang="en-US" altLang="zh-CN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423160" y="575051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2017-07-17</a:t>
            </a:r>
            <a:endParaRPr lang="en-US" altLang="zh-CN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109720" y="574543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2017-07-24</a:t>
            </a:r>
            <a:endParaRPr lang="en-US" altLang="zh-CN" sz="1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01980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2017-07-31</a:t>
            </a:r>
            <a:endParaRPr lang="en-US" altLang="zh-CN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7879080" y="57301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2017-08-07</a:t>
            </a:r>
            <a:endParaRPr lang="en-US" altLang="zh-CN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804400" y="5704793"/>
            <a:ext cx="1630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2017-08-14</a:t>
            </a:r>
            <a:endParaRPr lang="en-US" altLang="zh-CN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1133795" y="2776578"/>
            <a:ext cx="3099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用户画像、用户群画像、设计师画像、产品画像</a:t>
            </a:r>
            <a:r>
              <a:rPr lang="zh-CN" altLang="en-US" sz="1400" dirty="0" smtClean="0"/>
              <a:t>模块复合上线条件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1204595" y="2440940"/>
            <a:ext cx="3250565" cy="28321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151890" y="3648288"/>
            <a:ext cx="285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舆情、竞品</a:t>
            </a:r>
            <a:r>
              <a:rPr lang="zh-CN" altLang="en-US" sz="1400" dirty="0" smtClean="0"/>
              <a:t>模块符合上线条件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>
          <a:xfrm>
            <a:off x="1205230" y="1580515"/>
            <a:ext cx="5332095" cy="287655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946275" y="4887595"/>
            <a:ext cx="4364990" cy="28257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768471" y="4447452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推荐模块符合上线条件</a:t>
            </a:r>
            <a:endParaRPr lang="zh-CN" altLang="en-US" sz="1400" dirty="0"/>
          </a:p>
        </p:txBody>
      </p:sp>
      <p:sp>
        <p:nvSpPr>
          <p:cNvPr id="33" name="矩形 32"/>
          <p:cNvSpPr/>
          <p:nvPr/>
        </p:nvSpPr>
        <p:spPr>
          <a:xfrm>
            <a:off x="3925091" y="6250498"/>
            <a:ext cx="312057" cy="303668"/>
          </a:xfrm>
          <a:prstGeom prst="rect">
            <a:avLst/>
          </a:prstGeom>
          <a:pattFill prst="pct10">
            <a:fgClr>
              <a:srgbClr val="5B9BD5"/>
            </a:fgClr>
            <a:bgClr>
              <a:srgbClr val="FFFFFF"/>
            </a:bgClr>
          </a:patt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557593" y="6269844"/>
            <a:ext cx="328832" cy="31074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845198" y="6260554"/>
            <a:ext cx="13251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较明确的任务</a:t>
            </a:r>
            <a:endParaRPr lang="zh-CN" altLang="en-US" sz="1400" dirty="0"/>
          </a:p>
        </p:txBody>
      </p:sp>
      <p:sp>
        <p:nvSpPr>
          <p:cNvPr id="37" name="文本框 36"/>
          <p:cNvSpPr txBox="1"/>
          <p:nvPr/>
        </p:nvSpPr>
        <p:spPr>
          <a:xfrm>
            <a:off x="4199885" y="6258406"/>
            <a:ext cx="3063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需要渐进明细或者非全时参与的任务</a:t>
            </a:r>
            <a:endParaRPr lang="zh-CN" altLang="en-US" sz="1400" dirty="0"/>
          </a:p>
        </p:txBody>
      </p:sp>
      <p:sp>
        <p:nvSpPr>
          <p:cNvPr id="28" name="矩形 27"/>
          <p:cNvSpPr/>
          <p:nvPr/>
        </p:nvSpPr>
        <p:spPr>
          <a:xfrm>
            <a:off x="1228090" y="3392170"/>
            <a:ext cx="2971165" cy="2946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41170" y="4098290"/>
            <a:ext cx="2458720" cy="32067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933750" y="5127888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报表符合上线条件</a:t>
            </a:r>
            <a:endParaRPr lang="zh-CN" altLang="en-US" sz="1400" dirty="0"/>
          </a:p>
        </p:txBody>
      </p:sp>
      <p:sp>
        <p:nvSpPr>
          <p:cNvPr id="40" name="文本框 39"/>
          <p:cNvSpPr txBox="1"/>
          <p:nvPr/>
        </p:nvSpPr>
        <p:spPr>
          <a:xfrm>
            <a:off x="1493722" y="1854505"/>
            <a:ext cx="28555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上线交付文档完成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DIY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2703830" y="2829560"/>
            <a:ext cx="6205855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THANKS</a:t>
            </a:r>
            <a:endParaRPr lang="en-US" altLang="zh-CN" sz="7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eff1">
      <a:majorFont>
        <a:latin typeface="Segoe UI Light"/>
        <a:ea typeface="黑体"/>
        <a:cs typeface=""/>
      </a:majorFont>
      <a:minorFont>
        <a:latin typeface="Segoe UI Light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WPS 演示</Application>
  <PresentationFormat>宽屏</PresentationFormat>
  <Paragraphs>132</Paragraphs>
  <Slides>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Segoe UI Light</vt:lpstr>
      <vt:lpstr>微软雅黑</vt:lpstr>
      <vt:lpstr>Arial Unicode MS</vt:lpstr>
      <vt:lpstr>黑体</vt:lpstr>
      <vt:lpstr>等线</vt:lpstr>
      <vt:lpstr>Office 主题​​</vt:lpstr>
      <vt:lpstr>Haier用户定制应用分析支持项目 上线详细计划</vt:lpstr>
      <vt:lpstr>项目上线活动清单</vt:lpstr>
      <vt:lpstr>上线计划甘特图</vt:lpstr>
      <vt:lpstr>DIY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jeffzhu4</dc:creator>
  <cp:lastModifiedBy>Eric.liu</cp:lastModifiedBy>
  <cp:revision>970</cp:revision>
  <dcterms:created xsi:type="dcterms:W3CDTF">2016-03-15T12:24:00Z</dcterms:created>
  <dcterms:modified xsi:type="dcterms:W3CDTF">2017-07-20T01:44:52Z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2052-10.1.0.6660</vt:lpwstr>
  </property>
</Properties>
</file>